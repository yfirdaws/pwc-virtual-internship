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rdaws yahya" userId="02437192eeef83f0" providerId="LiveId" clId="{66B08ECB-CA75-43D8-9574-0A0359259C11}"/>
    <pc:docChg chg="undo custSel addSld modSld">
      <pc:chgData name="firdaws yahya" userId="02437192eeef83f0" providerId="LiveId" clId="{66B08ECB-CA75-43D8-9574-0A0359259C11}" dt="2022-04-16T12:50:01.884" v="440" actId="478"/>
      <pc:docMkLst>
        <pc:docMk/>
      </pc:docMkLst>
      <pc:sldChg chg="addSp delSp modSp mod">
        <pc:chgData name="firdaws yahya" userId="02437192eeef83f0" providerId="LiveId" clId="{66B08ECB-CA75-43D8-9574-0A0359259C11}" dt="2022-04-12T20:45:36.856" v="19" actId="1076"/>
        <pc:sldMkLst>
          <pc:docMk/>
          <pc:sldMk cId="3662783946" sldId="256"/>
        </pc:sldMkLst>
        <pc:picChg chg="mod">
          <ac:chgData name="firdaws yahya" userId="02437192eeef83f0" providerId="LiveId" clId="{66B08ECB-CA75-43D8-9574-0A0359259C11}" dt="2022-04-12T20:44:38.967" v="6" actId="1076"/>
          <ac:picMkLst>
            <pc:docMk/>
            <pc:sldMk cId="3662783946" sldId="256"/>
            <ac:picMk id="9" creationId="{09B10E5C-7A35-490F-8EB9-130E93A6F09C}"/>
          </ac:picMkLst>
        </pc:picChg>
        <pc:picChg chg="mod ord">
          <ac:chgData name="firdaws yahya" userId="02437192eeef83f0" providerId="LiveId" clId="{66B08ECB-CA75-43D8-9574-0A0359259C11}" dt="2022-04-12T20:44:49.859" v="8" actId="1076"/>
          <ac:picMkLst>
            <pc:docMk/>
            <pc:sldMk cId="3662783946" sldId="256"/>
            <ac:picMk id="13" creationId="{18AB8745-7D99-490A-A838-A4461A1220B7}"/>
          </ac:picMkLst>
        </pc:picChg>
        <pc:picChg chg="mod">
          <ac:chgData name="firdaws yahya" userId="02437192eeef83f0" providerId="LiveId" clId="{66B08ECB-CA75-43D8-9574-0A0359259C11}" dt="2022-04-12T20:45:13.974" v="14" actId="1076"/>
          <ac:picMkLst>
            <pc:docMk/>
            <pc:sldMk cId="3662783946" sldId="256"/>
            <ac:picMk id="22" creationId="{49904048-0DD8-4987-A52A-F962D4903A54}"/>
          </ac:picMkLst>
        </pc:picChg>
        <pc:picChg chg="del">
          <ac:chgData name="firdaws yahya" userId="02437192eeef83f0" providerId="LiveId" clId="{66B08ECB-CA75-43D8-9574-0A0359259C11}" dt="2022-04-12T20:45:27.672" v="18" actId="478"/>
          <ac:picMkLst>
            <pc:docMk/>
            <pc:sldMk cId="3662783946" sldId="256"/>
            <ac:picMk id="24" creationId="{983B488C-1D56-4E9A-95CD-A7F5F2703051}"/>
          </ac:picMkLst>
        </pc:picChg>
        <pc:picChg chg="mod">
          <ac:chgData name="firdaws yahya" userId="02437192eeef83f0" providerId="LiveId" clId="{66B08ECB-CA75-43D8-9574-0A0359259C11}" dt="2022-04-12T20:45:36.856" v="19" actId="1076"/>
          <ac:picMkLst>
            <pc:docMk/>
            <pc:sldMk cId="3662783946" sldId="256"/>
            <ac:picMk id="26" creationId="{73437AD1-669E-4025-B64D-B5AACC04977C}"/>
          </ac:picMkLst>
        </pc:picChg>
        <pc:picChg chg="add mod">
          <ac:chgData name="firdaws yahya" userId="02437192eeef83f0" providerId="LiveId" clId="{66B08ECB-CA75-43D8-9574-0A0359259C11}" dt="2022-04-12T20:45:07.573" v="13" actId="1076"/>
          <ac:picMkLst>
            <pc:docMk/>
            <pc:sldMk cId="3662783946" sldId="256"/>
            <ac:picMk id="31" creationId="{497DF09B-5D49-4898-9740-B40CA07A0F06}"/>
          </ac:picMkLst>
        </pc:picChg>
      </pc:sldChg>
      <pc:sldChg chg="addSp delSp modSp new mod">
        <pc:chgData name="firdaws yahya" userId="02437192eeef83f0" providerId="LiveId" clId="{66B08ECB-CA75-43D8-9574-0A0359259C11}" dt="2022-04-16T12:48:20.898" v="439" actId="1076"/>
        <pc:sldMkLst>
          <pc:docMk/>
          <pc:sldMk cId="1113429882" sldId="257"/>
        </pc:sldMkLst>
        <pc:spChg chg="add mod">
          <ac:chgData name="firdaws yahya" userId="02437192eeef83f0" providerId="LiveId" clId="{66B08ECB-CA75-43D8-9574-0A0359259C11}" dt="2022-04-14T21:04:20.500" v="81" actId="207"/>
          <ac:spMkLst>
            <pc:docMk/>
            <pc:sldMk cId="1113429882" sldId="257"/>
            <ac:spMk id="2" creationId="{B8773FCA-5F8F-404A-81E4-1A9CEE3AAE4F}"/>
          </ac:spMkLst>
        </pc:spChg>
        <pc:spChg chg="add del mod">
          <ac:chgData name="firdaws yahya" userId="02437192eeef83f0" providerId="LiveId" clId="{66B08ECB-CA75-43D8-9574-0A0359259C11}" dt="2022-04-14T21:01:28.061" v="40" actId="478"/>
          <ac:spMkLst>
            <pc:docMk/>
            <pc:sldMk cId="1113429882" sldId="257"/>
            <ac:spMk id="3" creationId="{48CEF8CE-6B3E-42C9-A364-64FC3A148D46}"/>
          </ac:spMkLst>
        </pc:spChg>
        <pc:spChg chg="add mod">
          <ac:chgData name="firdaws yahya" userId="02437192eeef83f0" providerId="LiveId" clId="{66B08ECB-CA75-43D8-9574-0A0359259C11}" dt="2022-04-14T21:05:53.234" v="97" actId="1076"/>
          <ac:spMkLst>
            <pc:docMk/>
            <pc:sldMk cId="1113429882" sldId="257"/>
            <ac:spMk id="4" creationId="{68D54752-87FB-402D-92C6-BA30F795CF02}"/>
          </ac:spMkLst>
        </pc:spChg>
        <pc:spChg chg="add del mod">
          <ac:chgData name="firdaws yahya" userId="02437192eeef83f0" providerId="LiveId" clId="{66B08ECB-CA75-43D8-9574-0A0359259C11}" dt="2022-04-14T21:03:11.207" v="64" actId="478"/>
          <ac:spMkLst>
            <pc:docMk/>
            <pc:sldMk cId="1113429882" sldId="257"/>
            <ac:spMk id="5" creationId="{0754EF48-9EB0-499D-B325-9EDD08143427}"/>
          </ac:spMkLst>
        </pc:spChg>
        <pc:spChg chg="add del mod">
          <ac:chgData name="firdaws yahya" userId="02437192eeef83f0" providerId="LiveId" clId="{66B08ECB-CA75-43D8-9574-0A0359259C11}" dt="2022-04-14T21:02:07.417" v="44" actId="478"/>
          <ac:spMkLst>
            <pc:docMk/>
            <pc:sldMk cId="1113429882" sldId="257"/>
            <ac:spMk id="6" creationId="{B88FC1FC-0409-4B97-8841-E363BB054219}"/>
          </ac:spMkLst>
        </pc:spChg>
        <pc:spChg chg="add del mod">
          <ac:chgData name="firdaws yahya" userId="02437192eeef83f0" providerId="LiveId" clId="{66B08ECB-CA75-43D8-9574-0A0359259C11}" dt="2022-04-15T21:14:39.096" v="250" actId="478"/>
          <ac:spMkLst>
            <pc:docMk/>
            <pc:sldMk cId="1113429882" sldId="257"/>
            <ac:spMk id="7" creationId="{C90DC767-6DDB-4EF4-92E9-139543F57677}"/>
          </ac:spMkLst>
        </pc:spChg>
        <pc:spChg chg="add mod">
          <ac:chgData name="firdaws yahya" userId="02437192eeef83f0" providerId="LiveId" clId="{66B08ECB-CA75-43D8-9574-0A0359259C11}" dt="2022-04-15T21:11:29.487" v="189" actId="14100"/>
          <ac:spMkLst>
            <pc:docMk/>
            <pc:sldMk cId="1113429882" sldId="257"/>
            <ac:spMk id="8" creationId="{719FCC93-1202-44AC-8833-7F6A1FFFCE77}"/>
          </ac:spMkLst>
        </pc:spChg>
        <pc:spChg chg="add mod">
          <ac:chgData name="firdaws yahya" userId="02437192eeef83f0" providerId="LiveId" clId="{66B08ECB-CA75-43D8-9574-0A0359259C11}" dt="2022-04-15T21:11:55.533" v="194" actId="14100"/>
          <ac:spMkLst>
            <pc:docMk/>
            <pc:sldMk cId="1113429882" sldId="257"/>
            <ac:spMk id="9" creationId="{59D8EC7C-378A-4126-B56B-79752635998F}"/>
          </ac:spMkLst>
        </pc:spChg>
        <pc:spChg chg="add mod">
          <ac:chgData name="firdaws yahya" userId="02437192eeef83f0" providerId="LiveId" clId="{66B08ECB-CA75-43D8-9574-0A0359259C11}" dt="2022-04-15T21:21:03.841" v="275" actId="108"/>
          <ac:spMkLst>
            <pc:docMk/>
            <pc:sldMk cId="1113429882" sldId="257"/>
            <ac:spMk id="10" creationId="{190C4766-904D-44D0-AFBB-B50A6EBC1FB4}"/>
          </ac:spMkLst>
        </pc:spChg>
        <pc:spChg chg="add mod">
          <ac:chgData name="firdaws yahya" userId="02437192eeef83f0" providerId="LiveId" clId="{66B08ECB-CA75-43D8-9574-0A0359259C11}" dt="2022-04-14T21:08:00.623" v="153"/>
          <ac:spMkLst>
            <pc:docMk/>
            <pc:sldMk cId="1113429882" sldId="257"/>
            <ac:spMk id="11" creationId="{B8D6D6C5-E802-4C17-B5F1-96302AB471BB}"/>
          </ac:spMkLst>
        </pc:spChg>
        <pc:spChg chg="add mod">
          <ac:chgData name="firdaws yahya" userId="02437192eeef83f0" providerId="LiveId" clId="{66B08ECB-CA75-43D8-9574-0A0359259C11}" dt="2022-04-16T12:33:53.587" v="305" actId="14100"/>
          <ac:spMkLst>
            <pc:docMk/>
            <pc:sldMk cId="1113429882" sldId="257"/>
            <ac:spMk id="12" creationId="{E280A275-0BB6-4484-9363-7FB28BD46383}"/>
          </ac:spMkLst>
        </pc:spChg>
        <pc:spChg chg="add mod">
          <ac:chgData name="firdaws yahya" userId="02437192eeef83f0" providerId="LiveId" clId="{66B08ECB-CA75-43D8-9574-0A0359259C11}" dt="2022-04-15T21:21:41.346" v="280" actId="108"/>
          <ac:spMkLst>
            <pc:docMk/>
            <pc:sldMk cId="1113429882" sldId="257"/>
            <ac:spMk id="13" creationId="{5897E550-2A87-4846-8F08-5E63C05C9539}"/>
          </ac:spMkLst>
        </pc:spChg>
        <pc:spChg chg="add mod">
          <ac:chgData name="firdaws yahya" userId="02437192eeef83f0" providerId="LiveId" clId="{66B08ECB-CA75-43D8-9574-0A0359259C11}" dt="2022-04-16T12:33:48.781" v="304" actId="14100"/>
          <ac:spMkLst>
            <pc:docMk/>
            <pc:sldMk cId="1113429882" sldId="257"/>
            <ac:spMk id="14" creationId="{551A2990-F972-456C-BE2A-7E218B1D687E}"/>
          </ac:spMkLst>
        </pc:spChg>
        <pc:spChg chg="add mod">
          <ac:chgData name="firdaws yahya" userId="02437192eeef83f0" providerId="LiveId" clId="{66B08ECB-CA75-43D8-9574-0A0359259C11}" dt="2022-04-15T21:21:40.440" v="279" actId="108"/>
          <ac:spMkLst>
            <pc:docMk/>
            <pc:sldMk cId="1113429882" sldId="257"/>
            <ac:spMk id="15" creationId="{CEAF6936-9365-4DC6-82BB-4B00EBF95F15}"/>
          </ac:spMkLst>
        </pc:spChg>
        <pc:spChg chg="add mod">
          <ac:chgData name="firdaws yahya" userId="02437192eeef83f0" providerId="LiveId" clId="{66B08ECB-CA75-43D8-9574-0A0359259C11}" dt="2022-04-15T21:21:32.644" v="276" actId="14861"/>
          <ac:spMkLst>
            <pc:docMk/>
            <pc:sldMk cId="1113429882" sldId="257"/>
            <ac:spMk id="16" creationId="{C187E25F-11D3-4F70-B08C-0A88EF321D95}"/>
          </ac:spMkLst>
        </pc:spChg>
        <pc:spChg chg="add mod">
          <ac:chgData name="firdaws yahya" userId="02437192eeef83f0" providerId="LiveId" clId="{66B08ECB-CA75-43D8-9574-0A0359259C11}" dt="2022-04-16T12:34:02.412" v="307" actId="1076"/>
          <ac:spMkLst>
            <pc:docMk/>
            <pc:sldMk cId="1113429882" sldId="257"/>
            <ac:spMk id="17" creationId="{38985A53-E24C-49AD-971B-F9BE44A75910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19" creationId="{52BB4A9C-3C94-4EEF-9310-144628E2CDFE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20" creationId="{BFE790EB-65C1-4C35-AB10-852279F66B4A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21" creationId="{D7EF6BBF-B2D0-488C-8FDF-F72335F7C1D9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23" creationId="{3CC77AC6-798D-49D0-9E6B-D25FA4E8640A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24" creationId="{746CE7A0-D2EB-40C0-AC09-9A6E1F097AFE}"/>
          </ac:spMkLst>
        </pc:spChg>
        <pc:spChg chg="del mod">
          <ac:chgData name="firdaws yahya" userId="02437192eeef83f0" providerId="LiveId" clId="{66B08ECB-CA75-43D8-9574-0A0359259C11}" dt="2022-04-16T12:34:48.280" v="315" actId="478"/>
          <ac:spMkLst>
            <pc:docMk/>
            <pc:sldMk cId="1113429882" sldId="257"/>
            <ac:spMk id="25" creationId="{722E3EFF-BEE8-47EB-8849-1930F3818307}"/>
          </ac:spMkLst>
        </pc:spChg>
        <pc:grpChg chg="del mod">
          <ac:chgData name="firdaws yahya" userId="02437192eeef83f0" providerId="LiveId" clId="{66B08ECB-CA75-43D8-9574-0A0359259C11}" dt="2022-04-16T12:34:42.742" v="312" actId="27803"/>
          <ac:grpSpMkLst>
            <pc:docMk/>
            <pc:sldMk cId="1113429882" sldId="257"/>
            <ac:grpSpMk id="18" creationId="{0B53B55C-FE61-4735-8B08-7CB96D2D29EC}"/>
          </ac:grpSpMkLst>
        </pc:grpChg>
        <pc:grpChg chg="del mod">
          <ac:chgData name="firdaws yahya" userId="02437192eeef83f0" providerId="LiveId" clId="{66B08ECB-CA75-43D8-9574-0A0359259C11}" dt="2022-04-16T12:34:42.742" v="312" actId="27803"/>
          <ac:grpSpMkLst>
            <pc:docMk/>
            <pc:sldMk cId="1113429882" sldId="257"/>
            <ac:grpSpMk id="22" creationId="{88EFC620-D7E3-4CDF-9762-8A5F50FD818F}"/>
          </ac:grpSpMkLst>
        </pc:grpChg>
        <pc:picChg chg="add del mod">
          <ac:chgData name="firdaws yahya" userId="02437192eeef83f0" providerId="LiveId" clId="{66B08ECB-CA75-43D8-9574-0A0359259C11}" dt="2022-04-16T12:34:42.742" v="312" actId="27803"/>
          <ac:picMkLst>
            <pc:docMk/>
            <pc:sldMk cId="1113429882" sldId="257"/>
            <ac:picMk id="5" creationId="{72820BC2-BB56-4606-B1B4-D18638EC17C8}"/>
          </ac:picMkLst>
        </pc:picChg>
        <pc:picChg chg="add del mod">
          <ac:chgData name="firdaws yahya" userId="02437192eeef83f0" providerId="LiveId" clId="{66B08ECB-CA75-43D8-9574-0A0359259C11}" dt="2022-04-16T12:34:42.742" v="312" actId="27803"/>
          <ac:picMkLst>
            <pc:docMk/>
            <pc:sldMk cId="1113429882" sldId="257"/>
            <ac:picMk id="7" creationId="{646227BD-D161-4A11-BD9B-1CC3EC4BD6C4}"/>
          </ac:picMkLst>
        </pc:picChg>
        <pc:picChg chg="add mod">
          <ac:chgData name="firdaws yahya" userId="02437192eeef83f0" providerId="LiveId" clId="{66B08ECB-CA75-43D8-9574-0A0359259C11}" dt="2022-04-16T12:48:16.954" v="438" actId="1076"/>
          <ac:picMkLst>
            <pc:docMk/>
            <pc:sldMk cId="1113429882" sldId="257"/>
            <ac:picMk id="27" creationId="{90F92609-DF5E-44B3-BCEE-AC46FDD9895D}"/>
          </ac:picMkLst>
        </pc:picChg>
        <pc:picChg chg="add mod">
          <ac:chgData name="firdaws yahya" userId="02437192eeef83f0" providerId="LiveId" clId="{66B08ECB-CA75-43D8-9574-0A0359259C11}" dt="2022-04-16T12:48:20.898" v="439" actId="1076"/>
          <ac:picMkLst>
            <pc:docMk/>
            <pc:sldMk cId="1113429882" sldId="257"/>
            <ac:picMk id="29" creationId="{23A3BF66-B750-4F42-9028-59C34C1EBDB2}"/>
          </ac:picMkLst>
        </pc:picChg>
        <pc:picChg chg="add mod">
          <ac:chgData name="firdaws yahya" userId="02437192eeef83f0" providerId="LiveId" clId="{66B08ECB-CA75-43D8-9574-0A0359259C11}" dt="2022-04-16T12:36:53.575" v="335" actId="207"/>
          <ac:picMkLst>
            <pc:docMk/>
            <pc:sldMk cId="1113429882" sldId="257"/>
            <ac:picMk id="31" creationId="{B0A4AB56-7BA6-4C05-AC90-F82C47E0148A}"/>
          </ac:picMkLst>
        </pc:picChg>
        <pc:picChg chg="add del mod">
          <ac:chgData name="firdaws yahya" userId="02437192eeef83f0" providerId="LiveId" clId="{66B08ECB-CA75-43D8-9574-0A0359259C11}" dt="2022-04-16T12:36:57.440" v="337" actId="21"/>
          <ac:picMkLst>
            <pc:docMk/>
            <pc:sldMk cId="1113429882" sldId="257"/>
            <ac:picMk id="32" creationId="{E0289B64-BF09-49F6-8C21-754C5A0BA670}"/>
          </ac:picMkLst>
        </pc:picChg>
        <pc:picChg chg="add del mod">
          <ac:chgData name="firdaws yahya" userId="02437192eeef83f0" providerId="LiveId" clId="{66B08ECB-CA75-43D8-9574-0A0359259C11}" dt="2022-04-16T12:39:04.533" v="362" actId="21"/>
          <ac:picMkLst>
            <pc:docMk/>
            <pc:sldMk cId="1113429882" sldId="257"/>
            <ac:picMk id="33" creationId="{501C1B19-AB66-4AA0-90EF-385DBA8874CC}"/>
          </ac:picMkLst>
        </pc:picChg>
        <pc:picChg chg="add del mod">
          <ac:chgData name="firdaws yahya" userId="02437192eeef83f0" providerId="LiveId" clId="{66B08ECB-CA75-43D8-9574-0A0359259C11}" dt="2022-04-16T12:39:16.887" v="366" actId="21"/>
          <ac:picMkLst>
            <pc:docMk/>
            <pc:sldMk cId="1113429882" sldId="257"/>
            <ac:picMk id="34" creationId="{3342DDBC-301A-4F9F-9683-EFBA1FAB8D0A}"/>
          </ac:picMkLst>
        </pc:picChg>
        <pc:picChg chg="add mod">
          <ac:chgData name="firdaws yahya" userId="02437192eeef83f0" providerId="LiveId" clId="{66B08ECB-CA75-43D8-9574-0A0359259C11}" dt="2022-04-16T12:43:05.269" v="397" actId="1076"/>
          <ac:picMkLst>
            <pc:docMk/>
            <pc:sldMk cId="1113429882" sldId="257"/>
            <ac:picMk id="35" creationId="{1B4E4CFA-4774-4486-8381-BBB429AFC59E}"/>
          </ac:picMkLst>
        </pc:picChg>
        <pc:picChg chg="add del mod">
          <ac:chgData name="firdaws yahya" userId="02437192eeef83f0" providerId="LiveId" clId="{66B08ECB-CA75-43D8-9574-0A0359259C11}" dt="2022-04-16T12:46:23.293" v="415" actId="478"/>
          <ac:picMkLst>
            <pc:docMk/>
            <pc:sldMk cId="1113429882" sldId="257"/>
            <ac:picMk id="37" creationId="{142B68BE-139B-46D2-B60D-F178F25542F2}"/>
          </ac:picMkLst>
        </pc:picChg>
        <pc:picChg chg="add del mod">
          <ac:chgData name="firdaws yahya" userId="02437192eeef83f0" providerId="LiveId" clId="{66B08ECB-CA75-43D8-9574-0A0359259C11}" dt="2022-04-16T12:45:05.777" v="405" actId="21"/>
          <ac:picMkLst>
            <pc:docMk/>
            <pc:sldMk cId="1113429882" sldId="257"/>
            <ac:picMk id="38" creationId="{7173A3C7-82F1-4B9B-816D-CDAF97BAAD46}"/>
          </ac:picMkLst>
        </pc:picChg>
        <pc:picChg chg="add mod">
          <ac:chgData name="firdaws yahya" userId="02437192eeef83f0" providerId="LiveId" clId="{66B08ECB-CA75-43D8-9574-0A0359259C11}" dt="2022-04-16T12:46:06.008" v="413" actId="1076"/>
          <ac:picMkLst>
            <pc:docMk/>
            <pc:sldMk cId="1113429882" sldId="257"/>
            <ac:picMk id="40" creationId="{CB1E9D8D-059F-480C-B254-833CB6FB8FC3}"/>
          </ac:picMkLst>
        </pc:picChg>
        <pc:picChg chg="add mod">
          <ac:chgData name="firdaws yahya" userId="02437192eeef83f0" providerId="LiveId" clId="{66B08ECB-CA75-43D8-9574-0A0359259C11}" dt="2022-04-16T12:46:38.678" v="421" actId="14100"/>
          <ac:picMkLst>
            <pc:docMk/>
            <pc:sldMk cId="1113429882" sldId="257"/>
            <ac:picMk id="42" creationId="{5878B4C9-A9C1-47CF-B33D-62B7D0D8AA2E}"/>
          </ac:picMkLst>
        </pc:picChg>
        <pc:picChg chg="add del mod">
          <ac:chgData name="firdaws yahya" userId="02437192eeef83f0" providerId="LiveId" clId="{66B08ECB-CA75-43D8-9574-0A0359259C11}" dt="2022-04-16T12:46:41.999" v="423" actId="21"/>
          <ac:picMkLst>
            <pc:docMk/>
            <pc:sldMk cId="1113429882" sldId="257"/>
            <ac:picMk id="43" creationId="{8D96D6E6-5FE4-4B15-B7AF-D7C602486EED}"/>
          </ac:picMkLst>
        </pc:picChg>
        <pc:picChg chg="add del mod">
          <ac:chgData name="firdaws yahya" userId="02437192eeef83f0" providerId="LiveId" clId="{66B08ECB-CA75-43D8-9574-0A0359259C11}" dt="2022-04-16T12:47:15.406" v="431" actId="21"/>
          <ac:picMkLst>
            <pc:docMk/>
            <pc:sldMk cId="1113429882" sldId="257"/>
            <ac:picMk id="44" creationId="{E135FCB1-37F1-413E-9237-31D41EF96D7A}"/>
          </ac:picMkLst>
        </pc:picChg>
      </pc:sldChg>
      <pc:sldChg chg="addSp delSp modSp add mod setBg">
        <pc:chgData name="firdaws yahya" userId="02437192eeef83f0" providerId="LiveId" clId="{66B08ECB-CA75-43D8-9574-0A0359259C11}" dt="2022-04-16T12:50:01.884" v="440" actId="478"/>
        <pc:sldMkLst>
          <pc:docMk/>
          <pc:sldMk cId="1088217428" sldId="258"/>
        </pc:sldMkLst>
        <pc:spChg chg="mod">
          <ac:chgData name="firdaws yahya" userId="02437192eeef83f0" providerId="LiveId" clId="{66B08ECB-CA75-43D8-9574-0A0359259C11}" dt="2022-04-16T12:47:59.150" v="436" actId="1076"/>
          <ac:spMkLst>
            <pc:docMk/>
            <pc:sldMk cId="1088217428" sldId="258"/>
            <ac:spMk id="2" creationId="{B8773FCA-5F8F-404A-81E4-1A9CEE3AAE4F}"/>
          </ac:spMkLst>
        </pc:spChg>
        <pc:spChg chg="mod">
          <ac:chgData name="firdaws yahya" userId="02437192eeef83f0" providerId="LiveId" clId="{66B08ECB-CA75-43D8-9574-0A0359259C11}" dt="2022-04-16T11:39:17.081" v="302" actId="14100"/>
          <ac:spMkLst>
            <pc:docMk/>
            <pc:sldMk cId="1088217428" sldId="258"/>
            <ac:spMk id="7" creationId="{C90DC767-6DDB-4EF4-92E9-139543F57677}"/>
          </ac:spMkLst>
        </pc:spChg>
        <pc:spChg chg="mod">
          <ac:chgData name="firdaws yahya" userId="02437192eeef83f0" providerId="LiveId" clId="{66B08ECB-CA75-43D8-9574-0A0359259C11}" dt="2022-04-16T11:39:11.908" v="301" actId="14100"/>
          <ac:spMkLst>
            <pc:docMk/>
            <pc:sldMk cId="1088217428" sldId="258"/>
            <ac:spMk id="8" creationId="{719FCC93-1202-44AC-8833-7F6A1FFFCE77}"/>
          </ac:spMkLst>
        </pc:spChg>
        <pc:spChg chg="mod">
          <ac:chgData name="firdaws yahya" userId="02437192eeef83f0" providerId="LiveId" clId="{66B08ECB-CA75-43D8-9574-0A0359259C11}" dt="2022-04-15T21:10:21.915" v="182" actId="108"/>
          <ac:spMkLst>
            <pc:docMk/>
            <pc:sldMk cId="1088217428" sldId="258"/>
            <ac:spMk id="9" creationId="{59D8EC7C-378A-4126-B56B-79752635998F}"/>
          </ac:spMkLst>
        </pc:spChg>
        <pc:spChg chg="mod">
          <ac:chgData name="firdaws yahya" userId="02437192eeef83f0" providerId="LiveId" clId="{66B08ECB-CA75-43D8-9574-0A0359259C11}" dt="2022-04-16T11:38:48.030" v="292" actId="14100"/>
          <ac:spMkLst>
            <pc:docMk/>
            <pc:sldMk cId="1088217428" sldId="258"/>
            <ac:spMk id="10" creationId="{190C4766-904D-44D0-AFBB-B50A6EBC1FB4}"/>
          </ac:spMkLst>
        </pc:spChg>
        <pc:spChg chg="add mod">
          <ac:chgData name="firdaws yahya" userId="02437192eeef83f0" providerId="LiveId" clId="{66B08ECB-CA75-43D8-9574-0A0359259C11}" dt="2022-04-16T11:39:24.297" v="303" actId="14100"/>
          <ac:spMkLst>
            <pc:docMk/>
            <pc:sldMk cId="1088217428" sldId="258"/>
            <ac:spMk id="12" creationId="{0E5F9499-6155-4A79-A2AE-230121D16134}"/>
          </ac:spMkLst>
        </pc:spChg>
        <pc:spChg chg="add mod">
          <ac:chgData name="firdaws yahya" userId="02437192eeef83f0" providerId="LiveId" clId="{66B08ECB-CA75-43D8-9574-0A0359259C11}" dt="2022-04-16T11:39:04.158" v="298" actId="14100"/>
          <ac:spMkLst>
            <pc:docMk/>
            <pc:sldMk cId="1088217428" sldId="258"/>
            <ac:spMk id="13" creationId="{9B22EE20-006E-4203-AC2D-C2D59D79E03B}"/>
          </ac:spMkLst>
        </pc:spChg>
        <pc:picChg chg="add mod">
          <ac:chgData name="firdaws yahya" userId="02437192eeef83f0" providerId="LiveId" clId="{66B08ECB-CA75-43D8-9574-0A0359259C11}" dt="2022-04-16T12:39:31.455" v="369" actId="1076"/>
          <ac:picMkLst>
            <pc:docMk/>
            <pc:sldMk cId="1088217428" sldId="258"/>
            <ac:picMk id="14" creationId="{EFFE7316-8F19-44BC-8480-C7C2AEBE0F3B}"/>
          </ac:picMkLst>
        </pc:picChg>
        <pc:picChg chg="add mod">
          <ac:chgData name="firdaws yahya" userId="02437192eeef83f0" providerId="LiveId" clId="{66B08ECB-CA75-43D8-9574-0A0359259C11}" dt="2022-04-16T12:39:34.434" v="370" actId="1076"/>
          <ac:picMkLst>
            <pc:docMk/>
            <pc:sldMk cId="1088217428" sldId="258"/>
            <ac:picMk id="28" creationId="{C4DFA611-8012-4C65-B612-51A0B6064878}"/>
          </ac:picMkLst>
        </pc:picChg>
        <pc:picChg chg="add mod">
          <ac:chgData name="firdaws yahya" userId="02437192eeef83f0" providerId="LiveId" clId="{66B08ECB-CA75-43D8-9574-0A0359259C11}" dt="2022-04-16T12:42:40.733" v="393" actId="1076"/>
          <ac:picMkLst>
            <pc:docMk/>
            <pc:sldMk cId="1088217428" sldId="258"/>
            <ac:picMk id="29" creationId="{B05480C8-36BA-46DB-A521-1FD8688305CC}"/>
          </ac:picMkLst>
        </pc:picChg>
        <pc:picChg chg="add del mod">
          <ac:chgData name="firdaws yahya" userId="02437192eeef83f0" providerId="LiveId" clId="{66B08ECB-CA75-43D8-9574-0A0359259C11}" dt="2022-04-16T12:41:38.871" v="375" actId="478"/>
          <ac:picMkLst>
            <pc:docMk/>
            <pc:sldMk cId="1088217428" sldId="258"/>
            <ac:picMk id="31" creationId="{7AD344ED-58CF-4DE5-BF62-658D0CAE3EAD}"/>
          </ac:picMkLst>
        </pc:picChg>
        <pc:picChg chg="add del mod">
          <ac:chgData name="firdaws yahya" userId="02437192eeef83f0" providerId="LiveId" clId="{66B08ECB-CA75-43D8-9574-0A0359259C11}" dt="2022-04-16T12:42:26.637" v="386" actId="931"/>
          <ac:picMkLst>
            <pc:docMk/>
            <pc:sldMk cId="1088217428" sldId="258"/>
            <ac:picMk id="33" creationId="{BBC6FBAF-77DD-4920-A044-537C78AA4B86}"/>
          </ac:picMkLst>
        </pc:picChg>
        <pc:picChg chg="add mod">
          <ac:chgData name="firdaws yahya" userId="02437192eeef83f0" providerId="LiveId" clId="{66B08ECB-CA75-43D8-9574-0A0359259C11}" dt="2022-04-16T12:42:37.700" v="392" actId="1076"/>
          <ac:picMkLst>
            <pc:docMk/>
            <pc:sldMk cId="1088217428" sldId="258"/>
            <ac:picMk id="34" creationId="{D2A65545-D618-4300-8425-C220DA9FCACA}"/>
          </ac:picMkLst>
        </pc:picChg>
        <pc:picChg chg="add del mod">
          <ac:chgData name="firdaws yahya" userId="02437192eeef83f0" providerId="LiveId" clId="{66B08ECB-CA75-43D8-9574-0A0359259C11}" dt="2022-04-16T12:46:47.329" v="425" actId="478"/>
          <ac:picMkLst>
            <pc:docMk/>
            <pc:sldMk cId="1088217428" sldId="258"/>
            <ac:picMk id="35" creationId="{25D0D4BD-CD3C-4871-8235-D35AC36EED03}"/>
          </ac:picMkLst>
        </pc:picChg>
        <pc:picChg chg="add mod">
          <ac:chgData name="firdaws yahya" userId="02437192eeef83f0" providerId="LiveId" clId="{66B08ECB-CA75-43D8-9574-0A0359259C11}" dt="2022-04-16T12:47:07.863" v="429" actId="1076"/>
          <ac:picMkLst>
            <pc:docMk/>
            <pc:sldMk cId="1088217428" sldId="258"/>
            <ac:picMk id="36" creationId="{6D535F69-3B12-48A5-8F4E-99C68AE2A633}"/>
          </ac:picMkLst>
        </pc:picChg>
        <pc:picChg chg="add mod">
          <ac:chgData name="firdaws yahya" userId="02437192eeef83f0" providerId="LiveId" clId="{66B08ECB-CA75-43D8-9574-0A0359259C11}" dt="2022-04-16T12:47:25.617" v="433" actId="1076"/>
          <ac:picMkLst>
            <pc:docMk/>
            <pc:sldMk cId="1088217428" sldId="258"/>
            <ac:picMk id="37" creationId="{AE986FE1-D9DC-4FE6-AC5F-2F97DDF0CC2B}"/>
          </ac:picMkLst>
        </pc:picChg>
        <pc:cxnChg chg="add mod">
          <ac:chgData name="firdaws yahya" userId="02437192eeef83f0" providerId="LiveId" clId="{66B08ECB-CA75-43D8-9574-0A0359259C11}" dt="2022-04-16T12:48:03.176" v="437" actId="1076"/>
          <ac:cxnSpMkLst>
            <pc:docMk/>
            <pc:sldMk cId="1088217428" sldId="258"/>
            <ac:cxnSpMk id="5" creationId="{437A8DED-2106-4AD4-9037-07523A5DD8BD}"/>
          </ac:cxnSpMkLst>
        </pc:cxnChg>
        <pc:cxnChg chg="add mod">
          <ac:chgData name="firdaws yahya" userId="02437192eeef83f0" providerId="LiveId" clId="{66B08ECB-CA75-43D8-9574-0A0359259C11}" dt="2022-04-16T12:47:38.553" v="434" actId="339"/>
          <ac:cxnSpMkLst>
            <pc:docMk/>
            <pc:sldMk cId="1088217428" sldId="258"/>
            <ac:cxnSpMk id="15" creationId="{7988D39B-E810-4FBE-A4CC-7D1B87025C14}"/>
          </ac:cxnSpMkLst>
        </pc:cxnChg>
        <pc:cxnChg chg="add del mod">
          <ac:chgData name="firdaws yahya" userId="02437192eeef83f0" providerId="LiveId" clId="{66B08ECB-CA75-43D8-9574-0A0359259C11}" dt="2022-04-16T12:50:01.884" v="440" actId="478"/>
          <ac:cxnSpMkLst>
            <pc:docMk/>
            <pc:sldMk cId="1088217428" sldId="258"/>
            <ac:cxnSpMk id="17" creationId="{7E973C1E-9B75-49DF-8A83-C9744CB4BC6C}"/>
          </ac:cxnSpMkLst>
        </pc:cxnChg>
        <pc:cxnChg chg="add del mod">
          <ac:chgData name="firdaws yahya" userId="02437192eeef83f0" providerId="LiveId" clId="{66B08ECB-CA75-43D8-9574-0A0359259C11}" dt="2022-04-16T12:42:43.109" v="394" actId="478"/>
          <ac:cxnSpMkLst>
            <pc:docMk/>
            <pc:sldMk cId="1088217428" sldId="258"/>
            <ac:cxnSpMk id="19" creationId="{9F626318-4CDA-4B17-9BC6-F9A660D7AB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9C96-CB74-423D-93BC-5EC37D945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F571D-C4E3-4165-9163-2FAE81F30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CD9F-6226-4109-9BAA-70B012A8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EB348-C509-4166-8BA7-A1A1750E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DDC7-45AD-4EB4-851D-AFACEF5D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9211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4655-3ED8-42DB-8A58-00B7B079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FFC5F-340D-4B0F-A568-417DD155C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9011D-FBDA-4F04-B9CB-631E0174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1EA7-6623-475C-8DFA-43C85A11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1247-4180-43C1-8B3F-5F613D37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02370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A5B5-7692-4054-9E36-E5D91798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8F274-E7EE-42D0-954E-F365D5F24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39DD0-98B7-4F20-BA06-3C7A929B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E2458-BEF4-430F-BFB9-A8DD3A22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E741F-372B-430C-BB40-A76738D4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0608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2EA6-D270-42B8-A2AD-B79EC200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673F-60D1-4AE6-BE47-457E61FDD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5D596-F719-4A9F-9F92-DB460BC2E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2CD1A-1EFF-495F-9F9E-B2579463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FAD9-0DBC-4102-B633-6613D1F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A234E-400F-4BC4-9722-E8C81A14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7218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151A-50DD-425A-9138-57D8D717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035FD-2921-4494-AA64-7D148B705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EC877-0932-4C1C-93B1-F11CAFCD2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CF90C-6EFB-4CB1-B169-51B9CC629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92CF3-BB54-4438-BCBE-43D4D2F1B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4B691-7029-4879-8D1C-E32B08DF0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D5BD96-EBDF-47B6-9E33-7B89D390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E3326-FD70-4B4C-ABA2-2739351F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5318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33EA-5CFA-4CE5-AAE4-A97C86FE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CC53A-3BAD-4ECB-A44E-E5A02824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2378C-B852-4998-8F64-C0C22B4C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BB468-F419-428A-B512-73C18062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846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FC4C2-B303-4D33-A8A5-8AF29382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791E4-BDF1-495E-B389-B1414099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841CE-50BD-459A-B743-E0DA3265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4297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035D-FF0A-42C8-ACB6-12CBA8A9A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9E53-1925-446A-800F-478CD2EEE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2544E-C435-43CB-9313-B6B4601C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EB2D6-40C4-4DFA-AF14-9A858745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E7292-4111-42DD-8580-1FE544F8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E123D-7352-4742-ABBD-F605A32F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508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44D6-D748-4185-86BD-E1CDCBB6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253B1C-E3B3-45CC-8DCF-F7720FAF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FCF70-2864-42A8-8438-498221F07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95B91-BDE2-4A2E-8FA8-2BC5288B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224D0-5708-4AB2-AC7D-D0C3D7EC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23ADD-E972-4E43-96F1-6D45A26F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4854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32C0-4DA2-473C-8E9B-5B1BD8BC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92AD-A1FD-4655-AEA1-028170CDC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E1371-36EB-4D14-B2B8-80E68853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B0AD-4B4D-4869-A675-0B1AAAB54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A1B04-593C-4A64-AC35-EF21C1B1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021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0A135-7B72-4EAA-A013-7D330C87A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7AD2E-AB22-4304-99E1-4AE866EDA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9F33C-72D3-4E7E-88AB-EAC2EAB0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E3DB7-0FFC-422B-807F-2E7A3D74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5FA8-898B-4E22-AF0E-54B387D6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8579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C8524-42DC-46CB-8888-AA108459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88300-CDF7-4DA2-A387-D84DB01F5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99E1-92D9-439D-8639-B7C139D40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5DE9D-77CC-48EA-967B-F896E5A4FC27}" type="datetimeFigureOut">
              <a:rPr lang="en-NG" smtClean="0"/>
              <a:t>16/04/2022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34B0-D064-4FEE-8BB2-470B1EBC0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49BE-2FD4-4DED-A5E4-1D5984D1A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4A217-D8BA-4A75-8723-013596E465A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4235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12" Type="http://schemas.openxmlformats.org/officeDocument/2006/relationships/image" Target="../media/image22.sv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sv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16.svg"/><Relationship Id="rId9" Type="http://schemas.openxmlformats.org/officeDocument/2006/relationships/image" Target="../media/image17.png"/><Relationship Id="rId1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BA68D-181D-4A9C-B409-34014A9E1E10}"/>
              </a:ext>
            </a:extLst>
          </p:cNvPr>
          <p:cNvSpPr/>
          <p:nvPr/>
        </p:nvSpPr>
        <p:spPr>
          <a:xfrm>
            <a:off x="0" y="-46653"/>
            <a:ext cx="12192000" cy="16048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A75A2-079C-4BF6-8112-3195C06139ED}"/>
              </a:ext>
            </a:extLst>
          </p:cNvPr>
          <p:cNvSpPr/>
          <p:nvPr/>
        </p:nvSpPr>
        <p:spPr>
          <a:xfrm>
            <a:off x="0" y="1138335"/>
            <a:ext cx="4945223" cy="58036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B81D0-2BE5-4E83-B7DD-65E51C88BBED}"/>
              </a:ext>
            </a:extLst>
          </p:cNvPr>
          <p:cNvSpPr/>
          <p:nvPr/>
        </p:nvSpPr>
        <p:spPr>
          <a:xfrm>
            <a:off x="4945223" y="1138335"/>
            <a:ext cx="7246777" cy="58036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29A22-E387-4482-8015-E85FD05C6FD9}"/>
              </a:ext>
            </a:extLst>
          </p:cNvPr>
          <p:cNvSpPr txBox="1"/>
          <p:nvPr/>
        </p:nvSpPr>
        <p:spPr>
          <a:xfrm>
            <a:off x="0" y="0"/>
            <a:ext cx="1772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PHONE NOW CALL CENTRE</a:t>
            </a:r>
            <a:endParaRPr lang="en-NG" sz="2400" b="1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E0BC48-55C9-410A-BFC4-F9AC617118E9}"/>
              </a:ext>
            </a:extLst>
          </p:cNvPr>
          <p:cNvSpPr/>
          <p:nvPr/>
        </p:nvSpPr>
        <p:spPr>
          <a:xfrm>
            <a:off x="1810140" y="41594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53CF15-1E6A-475B-AE65-55FB17B8118E}"/>
              </a:ext>
            </a:extLst>
          </p:cNvPr>
          <p:cNvSpPr/>
          <p:nvPr/>
        </p:nvSpPr>
        <p:spPr>
          <a:xfrm>
            <a:off x="3511421" y="44703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E03EC2B-2AAF-45B1-913F-30249EBA465B}"/>
              </a:ext>
            </a:extLst>
          </p:cNvPr>
          <p:cNvSpPr/>
          <p:nvPr/>
        </p:nvSpPr>
        <p:spPr>
          <a:xfrm>
            <a:off x="5212702" y="41594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32EF31-3755-422C-AD44-90CDB1F13EAF}"/>
              </a:ext>
            </a:extLst>
          </p:cNvPr>
          <p:cNvSpPr/>
          <p:nvPr/>
        </p:nvSpPr>
        <p:spPr>
          <a:xfrm>
            <a:off x="6979299" y="41594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FFFADE-1F6A-408F-83F3-9E91D81B31CD}"/>
              </a:ext>
            </a:extLst>
          </p:cNvPr>
          <p:cNvSpPr/>
          <p:nvPr/>
        </p:nvSpPr>
        <p:spPr>
          <a:xfrm>
            <a:off x="8680580" y="41595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F0D12E-992E-4FB2-9311-9412559C4688}"/>
              </a:ext>
            </a:extLst>
          </p:cNvPr>
          <p:cNvSpPr/>
          <p:nvPr/>
        </p:nvSpPr>
        <p:spPr>
          <a:xfrm>
            <a:off x="10543595" y="41596"/>
            <a:ext cx="1539548" cy="898073"/>
          </a:xfrm>
          <a:prstGeom prst="round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9" name="Graphic 8" descr="Call center">
            <a:extLst>
              <a:ext uri="{FF2B5EF4-FFF2-40B4-BE49-F238E27FC236}">
                <a16:creationId xmlns:a16="http://schemas.microsoft.com/office/drawing/2014/main" id="{09B10E5C-7A35-490F-8EB9-130E93A6F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466" y="4839"/>
            <a:ext cx="510069" cy="510069"/>
          </a:xfrm>
          <a:prstGeom prst="rect">
            <a:avLst/>
          </a:prstGeom>
        </p:spPr>
      </p:pic>
      <p:pic>
        <p:nvPicPr>
          <p:cNvPr id="22" name="Graphic 21" descr="Receiver">
            <a:extLst>
              <a:ext uri="{FF2B5EF4-FFF2-40B4-BE49-F238E27FC236}">
                <a16:creationId xmlns:a16="http://schemas.microsoft.com/office/drawing/2014/main" id="{49904048-0DD8-4987-A52A-F962D4903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8385" y="4839"/>
            <a:ext cx="448063" cy="448063"/>
          </a:xfrm>
          <a:prstGeom prst="rect">
            <a:avLst/>
          </a:prstGeom>
        </p:spPr>
      </p:pic>
      <p:pic>
        <p:nvPicPr>
          <p:cNvPr id="26" name="Graphic 25" descr="Telephone">
            <a:extLst>
              <a:ext uri="{FF2B5EF4-FFF2-40B4-BE49-F238E27FC236}">
                <a16:creationId xmlns:a16="http://schemas.microsoft.com/office/drawing/2014/main" id="{73437AD1-669E-4025-B64D-B5AACC0497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1111" y="1687"/>
            <a:ext cx="457200" cy="45720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A02156-C2E8-4C14-B5FE-5215FE565204}"/>
              </a:ext>
            </a:extLst>
          </p:cNvPr>
          <p:cNvCxnSpPr>
            <a:cxnSpLocks/>
          </p:cNvCxnSpPr>
          <p:nvPr/>
        </p:nvCxnSpPr>
        <p:spPr>
          <a:xfrm>
            <a:off x="3497834" y="482062"/>
            <a:ext cx="14878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Graphic 12" descr="Stopwatch">
            <a:extLst>
              <a:ext uri="{FF2B5EF4-FFF2-40B4-BE49-F238E27FC236}">
                <a16:creationId xmlns:a16="http://schemas.microsoft.com/office/drawing/2014/main" id="{18AB8745-7D99-490A-A838-A4461A1220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6272" y="26335"/>
            <a:ext cx="519506" cy="519506"/>
          </a:xfrm>
          <a:prstGeom prst="rect">
            <a:avLst/>
          </a:prstGeom>
        </p:spPr>
      </p:pic>
      <p:pic>
        <p:nvPicPr>
          <p:cNvPr id="31" name="Graphic 30" descr="Telephone">
            <a:extLst>
              <a:ext uri="{FF2B5EF4-FFF2-40B4-BE49-F238E27FC236}">
                <a16:creationId xmlns:a16="http://schemas.microsoft.com/office/drawing/2014/main" id="{497DF09B-5D49-4898-9740-B40CA07A0F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19158" y="-411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8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773FCA-5F8F-404A-81E4-1A9CEE3AAE4F}"/>
              </a:ext>
            </a:extLst>
          </p:cNvPr>
          <p:cNvSpPr/>
          <p:nvPr/>
        </p:nvSpPr>
        <p:spPr>
          <a:xfrm>
            <a:off x="0" y="-2"/>
            <a:ext cx="3258766" cy="7879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54752-87FB-402D-92C6-BA30F795CF02}"/>
              </a:ext>
            </a:extLst>
          </p:cNvPr>
          <p:cNvSpPr/>
          <p:nvPr/>
        </p:nvSpPr>
        <p:spPr>
          <a:xfrm>
            <a:off x="3258766" y="-2"/>
            <a:ext cx="8933234" cy="787939"/>
          </a:xfrm>
          <a:prstGeom prst="rect">
            <a:avLst/>
          </a:prstGeom>
          <a:solidFill>
            <a:schemeClr val="accent4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9FCC93-1202-44AC-8833-7F6A1FFFCE77}"/>
              </a:ext>
            </a:extLst>
          </p:cNvPr>
          <p:cNvSpPr/>
          <p:nvPr/>
        </p:nvSpPr>
        <p:spPr>
          <a:xfrm>
            <a:off x="3150140" y="4419600"/>
            <a:ext cx="8775971" cy="220493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D8EC7C-378A-4126-B56B-79752635998F}"/>
              </a:ext>
            </a:extLst>
          </p:cNvPr>
          <p:cNvSpPr/>
          <p:nvPr/>
        </p:nvSpPr>
        <p:spPr>
          <a:xfrm>
            <a:off x="8599251" y="946823"/>
            <a:ext cx="3326860" cy="32749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0C4766-904D-44D0-AFBB-B50A6EBC1FB4}"/>
              </a:ext>
            </a:extLst>
          </p:cNvPr>
          <p:cNvSpPr/>
          <p:nvPr/>
        </p:nvSpPr>
        <p:spPr>
          <a:xfrm>
            <a:off x="191311" y="985732"/>
            <a:ext cx="2707532" cy="56388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6D6C5-E802-4C17-B5F1-96302AB471BB}"/>
              </a:ext>
            </a:extLst>
          </p:cNvPr>
          <p:cNvSpPr txBox="1"/>
          <p:nvPr/>
        </p:nvSpPr>
        <p:spPr>
          <a:xfrm>
            <a:off x="3891065" y="209301"/>
            <a:ext cx="8035046" cy="369332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PHONE NOW CUSTOMER RETENTION DASH BOARD</a:t>
            </a:r>
            <a:endParaRPr lang="en-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80A275-0BB6-4484-9363-7FB28BD46383}"/>
              </a:ext>
            </a:extLst>
          </p:cNvPr>
          <p:cNvSpPr/>
          <p:nvPr/>
        </p:nvSpPr>
        <p:spPr>
          <a:xfrm>
            <a:off x="5351733" y="997239"/>
            <a:ext cx="1842683" cy="14346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97E550-2A87-4846-8F08-5E63C05C9539}"/>
              </a:ext>
            </a:extLst>
          </p:cNvPr>
          <p:cNvSpPr/>
          <p:nvPr/>
        </p:nvSpPr>
        <p:spPr>
          <a:xfrm>
            <a:off x="3194776" y="2772731"/>
            <a:ext cx="2017832" cy="14512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1A2990-F972-456C-BE2A-7E218B1D687E}"/>
              </a:ext>
            </a:extLst>
          </p:cNvPr>
          <p:cNvSpPr/>
          <p:nvPr/>
        </p:nvSpPr>
        <p:spPr>
          <a:xfrm>
            <a:off x="7333542" y="1003785"/>
            <a:ext cx="1158705" cy="143461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AF6936-9365-4DC6-82BB-4B00EBF95F15}"/>
              </a:ext>
            </a:extLst>
          </p:cNvPr>
          <p:cNvSpPr/>
          <p:nvPr/>
        </p:nvSpPr>
        <p:spPr>
          <a:xfrm>
            <a:off x="5351734" y="2752548"/>
            <a:ext cx="1842682" cy="145774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87E25F-11D3-4F70-B08C-0A88EF321D95}"/>
              </a:ext>
            </a:extLst>
          </p:cNvPr>
          <p:cNvSpPr/>
          <p:nvPr/>
        </p:nvSpPr>
        <p:spPr>
          <a:xfrm>
            <a:off x="3154903" y="1003784"/>
            <a:ext cx="2057704" cy="145120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985A53-E24C-49AD-971B-F9BE44A75910}"/>
              </a:ext>
            </a:extLst>
          </p:cNvPr>
          <p:cNvSpPr/>
          <p:nvPr/>
        </p:nvSpPr>
        <p:spPr>
          <a:xfrm>
            <a:off x="7333542" y="2719987"/>
            <a:ext cx="1158705" cy="143461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27" name="Graphic 26" descr="User">
            <a:extLst>
              <a:ext uri="{FF2B5EF4-FFF2-40B4-BE49-F238E27FC236}">
                <a16:creationId xmlns:a16="http://schemas.microsoft.com/office/drawing/2014/main" id="{90F92609-DF5E-44B3-BCEE-AC46FDD9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2452" y="997239"/>
            <a:ext cx="443297" cy="443297"/>
          </a:xfrm>
          <a:prstGeom prst="rect">
            <a:avLst/>
          </a:prstGeom>
        </p:spPr>
      </p:pic>
      <p:pic>
        <p:nvPicPr>
          <p:cNvPr id="29" name="Graphic 28" descr="Female Profile">
            <a:extLst>
              <a:ext uri="{FF2B5EF4-FFF2-40B4-BE49-F238E27FC236}">
                <a16:creationId xmlns:a16="http://schemas.microsoft.com/office/drawing/2014/main" id="{23A3BF66-B750-4F42-9028-59C34C1EB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3341" y="2714187"/>
            <a:ext cx="504995" cy="504995"/>
          </a:xfrm>
          <a:prstGeom prst="rect">
            <a:avLst/>
          </a:prstGeom>
        </p:spPr>
      </p:pic>
      <p:pic>
        <p:nvPicPr>
          <p:cNvPr id="31" name="Graphic 30" descr="Users">
            <a:extLst>
              <a:ext uri="{FF2B5EF4-FFF2-40B4-BE49-F238E27FC236}">
                <a16:creationId xmlns:a16="http://schemas.microsoft.com/office/drawing/2014/main" id="{B0A4AB56-7BA6-4C05-AC90-F82C47E01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3192" y="946823"/>
            <a:ext cx="632322" cy="632322"/>
          </a:xfrm>
          <a:prstGeom prst="rect">
            <a:avLst/>
          </a:prstGeom>
        </p:spPr>
      </p:pic>
      <p:pic>
        <p:nvPicPr>
          <p:cNvPr id="35" name="Graphic 34" descr="Coins">
            <a:extLst>
              <a:ext uri="{FF2B5EF4-FFF2-40B4-BE49-F238E27FC236}">
                <a16:creationId xmlns:a16="http://schemas.microsoft.com/office/drawing/2014/main" id="{1B4E4CFA-4774-4486-8381-BBB429AFC5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3670" y="983601"/>
            <a:ext cx="504517" cy="504517"/>
          </a:xfrm>
          <a:prstGeom prst="rect">
            <a:avLst/>
          </a:prstGeom>
        </p:spPr>
      </p:pic>
      <p:pic>
        <p:nvPicPr>
          <p:cNvPr id="40" name="Graphic 39" descr="Bar graph with downward trend">
            <a:extLst>
              <a:ext uri="{FF2B5EF4-FFF2-40B4-BE49-F238E27FC236}">
                <a16:creationId xmlns:a16="http://schemas.microsoft.com/office/drawing/2014/main" id="{CB1E9D8D-059F-480C-B254-833CB6FB8F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3074" y="2808211"/>
            <a:ext cx="457200" cy="457200"/>
          </a:xfrm>
          <a:prstGeom prst="rect">
            <a:avLst/>
          </a:prstGeom>
        </p:spPr>
      </p:pic>
      <p:pic>
        <p:nvPicPr>
          <p:cNvPr id="42" name="Graphic 41" descr="Bar graph with upward trend">
            <a:extLst>
              <a:ext uri="{FF2B5EF4-FFF2-40B4-BE49-F238E27FC236}">
                <a16:creationId xmlns:a16="http://schemas.microsoft.com/office/drawing/2014/main" id="{5878B4C9-A9C1-47CF-B33D-62B7D0D8AA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3669" y="2808211"/>
            <a:ext cx="461497" cy="46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42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773FCA-5F8F-404A-81E4-1A9CEE3AAE4F}"/>
              </a:ext>
            </a:extLst>
          </p:cNvPr>
          <p:cNvSpPr/>
          <p:nvPr/>
        </p:nvSpPr>
        <p:spPr>
          <a:xfrm>
            <a:off x="0" y="-26635"/>
            <a:ext cx="3258766" cy="7879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54752-87FB-402D-92C6-BA30F795CF02}"/>
              </a:ext>
            </a:extLst>
          </p:cNvPr>
          <p:cNvSpPr/>
          <p:nvPr/>
        </p:nvSpPr>
        <p:spPr>
          <a:xfrm>
            <a:off x="3258766" y="-2"/>
            <a:ext cx="8933234" cy="787939"/>
          </a:xfrm>
          <a:prstGeom prst="rect">
            <a:avLst/>
          </a:prstGeom>
          <a:solidFill>
            <a:schemeClr val="accent4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0DC767-6DDB-4EF4-92E9-139543F57677}"/>
              </a:ext>
            </a:extLst>
          </p:cNvPr>
          <p:cNvSpPr/>
          <p:nvPr/>
        </p:nvSpPr>
        <p:spPr>
          <a:xfrm>
            <a:off x="3258766" y="997240"/>
            <a:ext cx="4466617" cy="32245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9FCC93-1202-44AC-8833-7F6A1FFFCE77}"/>
              </a:ext>
            </a:extLst>
          </p:cNvPr>
          <p:cNvSpPr/>
          <p:nvPr/>
        </p:nvSpPr>
        <p:spPr>
          <a:xfrm>
            <a:off x="3258767" y="4380691"/>
            <a:ext cx="4466616" cy="21863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D8EC7C-378A-4126-B56B-79752635998F}"/>
              </a:ext>
            </a:extLst>
          </p:cNvPr>
          <p:cNvSpPr/>
          <p:nvPr/>
        </p:nvSpPr>
        <p:spPr>
          <a:xfrm>
            <a:off x="7885888" y="946823"/>
            <a:ext cx="4040223" cy="327498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0C4766-904D-44D0-AFBB-B50A6EBC1FB4}"/>
              </a:ext>
            </a:extLst>
          </p:cNvPr>
          <p:cNvSpPr/>
          <p:nvPr/>
        </p:nvSpPr>
        <p:spPr>
          <a:xfrm>
            <a:off x="265889" y="1035992"/>
            <a:ext cx="2814538" cy="405157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6D6C5-E802-4C17-B5F1-96302AB471BB}"/>
              </a:ext>
            </a:extLst>
          </p:cNvPr>
          <p:cNvSpPr txBox="1"/>
          <p:nvPr/>
        </p:nvSpPr>
        <p:spPr>
          <a:xfrm>
            <a:off x="3891065" y="209301"/>
            <a:ext cx="8035046" cy="369332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PHONE NOW CUSTOMER RETENTION DASH BOARD</a:t>
            </a:r>
            <a:endParaRPr lang="en-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5F9499-6155-4A79-A2AE-230121D16134}"/>
              </a:ext>
            </a:extLst>
          </p:cNvPr>
          <p:cNvSpPr/>
          <p:nvPr/>
        </p:nvSpPr>
        <p:spPr>
          <a:xfrm>
            <a:off x="7908591" y="4380691"/>
            <a:ext cx="4040223" cy="21863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22EE20-006E-4203-AC2D-C2D59D79E03B}"/>
              </a:ext>
            </a:extLst>
          </p:cNvPr>
          <p:cNvSpPr/>
          <p:nvPr/>
        </p:nvSpPr>
        <p:spPr>
          <a:xfrm>
            <a:off x="243186" y="5223753"/>
            <a:ext cx="2832373" cy="134330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14" name="Graphic 13" descr="Users">
            <a:extLst>
              <a:ext uri="{FF2B5EF4-FFF2-40B4-BE49-F238E27FC236}">
                <a16:creationId xmlns:a16="http://schemas.microsoft.com/office/drawing/2014/main" id="{EFFE7316-8F19-44BC-8480-C7C2AEBE0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6374" y="2116328"/>
            <a:ext cx="632322" cy="63232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7A8DED-2106-4AD4-9037-07523A5DD8BD}"/>
              </a:ext>
            </a:extLst>
          </p:cNvPr>
          <p:cNvCxnSpPr>
            <a:cxnSpLocks/>
          </p:cNvCxnSpPr>
          <p:nvPr/>
        </p:nvCxnSpPr>
        <p:spPr>
          <a:xfrm flipH="1">
            <a:off x="3258766" y="2636156"/>
            <a:ext cx="4466617" cy="0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88D39B-E810-4FBE-A4CC-7D1B87025C14}"/>
              </a:ext>
            </a:extLst>
          </p:cNvPr>
          <p:cNvCxnSpPr>
            <a:cxnSpLocks/>
          </p:cNvCxnSpPr>
          <p:nvPr/>
        </p:nvCxnSpPr>
        <p:spPr>
          <a:xfrm>
            <a:off x="6391922" y="1032238"/>
            <a:ext cx="0" cy="3189567"/>
          </a:xfrm>
          <a:prstGeom prst="line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Graphic 27" descr="User">
            <a:extLst>
              <a:ext uri="{FF2B5EF4-FFF2-40B4-BE49-F238E27FC236}">
                <a16:creationId xmlns:a16="http://schemas.microsoft.com/office/drawing/2014/main" id="{C4DFA611-8012-4C65-B612-51A0B6064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6090" y="2210840"/>
            <a:ext cx="443297" cy="443297"/>
          </a:xfrm>
          <a:prstGeom prst="rect">
            <a:avLst/>
          </a:prstGeom>
        </p:spPr>
      </p:pic>
      <p:pic>
        <p:nvPicPr>
          <p:cNvPr id="29" name="Graphic 28" descr="Female Profile">
            <a:extLst>
              <a:ext uri="{FF2B5EF4-FFF2-40B4-BE49-F238E27FC236}">
                <a16:creationId xmlns:a16="http://schemas.microsoft.com/office/drawing/2014/main" id="{B05480C8-36BA-46DB-A521-1FD8688305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6743" y="3751808"/>
            <a:ext cx="504995" cy="504995"/>
          </a:xfrm>
          <a:prstGeom prst="rect">
            <a:avLst/>
          </a:prstGeom>
        </p:spPr>
      </p:pic>
      <p:pic>
        <p:nvPicPr>
          <p:cNvPr id="34" name="Graphic 33" descr="Coins">
            <a:extLst>
              <a:ext uri="{FF2B5EF4-FFF2-40B4-BE49-F238E27FC236}">
                <a16:creationId xmlns:a16="http://schemas.microsoft.com/office/drawing/2014/main" id="{D2A65545-D618-4300-8425-C220DA9FCA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67206" y="3662622"/>
            <a:ext cx="581490" cy="581490"/>
          </a:xfrm>
          <a:prstGeom prst="rect">
            <a:avLst/>
          </a:prstGeom>
        </p:spPr>
      </p:pic>
      <p:pic>
        <p:nvPicPr>
          <p:cNvPr id="36" name="Graphic 35" descr="Bar graph with upward trend">
            <a:extLst>
              <a:ext uri="{FF2B5EF4-FFF2-40B4-BE49-F238E27FC236}">
                <a16:creationId xmlns:a16="http://schemas.microsoft.com/office/drawing/2014/main" id="{6D535F69-3B12-48A5-8F4E-99C68AE2A6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4971" y="3473052"/>
            <a:ext cx="379139" cy="379139"/>
          </a:xfrm>
          <a:prstGeom prst="rect">
            <a:avLst/>
          </a:prstGeom>
        </p:spPr>
      </p:pic>
      <p:pic>
        <p:nvPicPr>
          <p:cNvPr id="37" name="Graphic 36" descr="Bar graph with downward trend">
            <a:extLst>
              <a:ext uri="{FF2B5EF4-FFF2-40B4-BE49-F238E27FC236}">
                <a16:creationId xmlns:a16="http://schemas.microsoft.com/office/drawing/2014/main" id="{AE986FE1-D9DC-4FE6-AC5F-2F97DDF0CC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24652" y="220388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17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3523</TotalTime>
  <Words>16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firdaws yahya</dc:creator>
  <cp:lastModifiedBy>firdaws yahya</cp:lastModifiedBy>
  <cp:revision>9</cp:revision>
  <dcterms:created xsi:type="dcterms:W3CDTF">2022-04-11T21:10:19Z</dcterms:created>
  <dcterms:modified xsi:type="dcterms:W3CDTF">2022-04-16T18:29:50Z</dcterms:modified>
</cp:coreProperties>
</file>